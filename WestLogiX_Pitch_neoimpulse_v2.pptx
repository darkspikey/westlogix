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22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3584448" cy="11744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Mai 2026  ·  neoimpulse GmbH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Lager.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intelligent.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Optimierung für SAP EWM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Wegezeiten · Picker-Planung · Echtzeit-ETA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4846320"/>
            <a:ext cx="269748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4846320"/>
            <a:ext cx="26974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52044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4846320"/>
            <a:ext cx="2697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44652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Pick-Kapazität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Präsentiert von Kevin West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verwaltet.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optimiert es wirklich?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Wegezeiten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vergibt Aufgaben ohne Picker-Position oder optimale Reihenfolge zu kennen. 35% der Schichtzeit = reine Laufzeit.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Schichtzeit = Laufzeit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⏸️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38912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Unplanbare Pausen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und Fokuszeiten sind für EWM unsichtbar. Aufträge landen bei Mitarbeitern die gerade nicht verfügbar sind.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8912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8056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Wartezeit / Auftrag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13816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 ETA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3816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"Wann ist der Auftrag fertig?" – niemand kann es sicher beantworten. Versand plant mit ±45 Min Puffer. Lkw warten.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3816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22960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ETA-Abweichung heute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– Smart Pick Engine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KI-Agent der direkt mit SAP EWM spricht und in Echtzeit optimiert. Keine manuelle Koordination mehr.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206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 berechnet die optimale Pick-Reihenfolge automatisch. Weniger Laufweg – mehr Picks pro Schicht.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–62 %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152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206240"/>
          </a:xfrm>
          <a:prstGeom prst="rect">
            <a:avLst/>
          </a:prstGeom>
          <a:solidFill>
            <a:srgbClr val="EEF2F8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3891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verfügbar? Wer hat Pause? Wer pickt am schnellsten in Zone B? WestLogiX weiß es – und verteilt proaktiv.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48056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206240"/>
          </a:xfrm>
          <a:prstGeom prst="rect">
            <a:avLst/>
          </a:prstGeom>
          <a:solidFill>
            <a:srgbClr val="FEF9EE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3816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13816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Echtzeit-ETA pro Auftrag basierend auf Picker-Performance und aktueller Kapazität. Versand plant. Kein Raten mehr.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3816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822960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ARCHITEKTUR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Plug-in. Nicht Umbau.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83080"/>
            <a:ext cx="7315200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1783080"/>
            <a:ext cx="3931920" cy="475488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955280" y="1783080"/>
            <a:ext cx="393192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2 Stunden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381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9536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 Service anlegen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95360" y="29169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Z-OData-Service in SAP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359359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381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5360" y="3703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9536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lokal oder Cloud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478231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3816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595360" y="4892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öffnen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9536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live – keine Client-Installation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5806440"/>
            <a:ext cx="3566160" cy="5943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0" y="5870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ABAP-Umbau  ·  ✓ Keine Migration  ·  ✓ Kein neues System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jetzt live.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läuft lokal auf meinem Laptop und spricht direkt mit den Daten.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solidFill>
            <a:srgbClr val="EDF4F9"/>
          </a:solidFill>
          <a:ln w="12700">
            <a:solidFill>
              <a:srgbClr val="B8D4E8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/ Screenshot Dashboard 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2240280"/>
            <a:ext cx="3657600" cy="4251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0" y="224028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23591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zeigen: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29077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13648" y="2862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mit 10 Aufträgen optimieren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0" y="35661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13648" y="35204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Mitarbeiter-Verfügbarkeit abfragen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0" y="422452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13648" y="41788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für Auftrag berechnen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0" y="48828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13648" y="48371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natürliche Sprache → Daten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12480" y="55412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3648" y="5495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 mit Auto-Refresh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BUSINESS CASE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rechnet sich WestLogiX in 4,8 Tagen?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WestLogiX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 / Schicht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7180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395728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2395728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TSP-Algorithmus bündelt Picks nach Nähe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97180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6324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2962656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2962656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7532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Echtzeit-Berechnung auf Basis Performance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/ Stunde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7180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6324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577840" y="3529584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Ø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183880" y="3529584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7532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durch weniger Leerlauf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Planungsaufwand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97180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6324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/ Tag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577840" y="4096512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183880" y="4096512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7532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übernimmt Disposition automatisch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65760" y="4754880"/>
            <a:ext cx="685800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48640" y="48463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Wie rechnet sich das?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48640" y="5230368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30 Picker · 8h Schicht · Ø 25 €/h Lohnkosten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Wegezeit-Einsparung: 22% = 1,76h/Tag/Picker = 52,8h/Tag gesamt = ~1.320 €/Tag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Starter: 800 €/Monat → Amortisation in 4,8 Arbeitstagen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498080" y="1828800"/>
            <a:ext cx="4389120" cy="274320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75895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€4.200</a:t>
            </a:r>
            <a:endParaRPr lang="en-US" sz="5200" dirty="0"/>
          </a:p>
        </p:txBody>
      </p:sp>
      <p:sp>
        <p:nvSpPr>
          <p:cNvPr id="52" name="Text 49"/>
          <p:cNvSpPr/>
          <p:nvPr/>
        </p:nvSpPr>
        <p:spPr>
          <a:xfrm>
            <a:off x="758952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Ersparnis / Monat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680960" y="3291840"/>
            <a:ext cx="4114800" cy="0"/>
          </a:xfrm>
          <a:prstGeom prst="line">
            <a:avLst/>
          </a:prstGeom>
          <a:noFill/>
          <a:ln w="12700">
            <a:solidFill>
              <a:srgbClr val="B8D4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8952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800 €/Mon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4.200 €/Mon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+3.400 €/Mon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498080" y="4754880"/>
            <a:ext cx="43891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758952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Tage bis ROI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758952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30 Pickern · 8h Schicht · 25 €/h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589520" y="5833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mit Lagergröße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 kommt.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566160" cy="44805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920240"/>
            <a:ext cx="3566160" cy="5029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263347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 (TSP)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291840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39502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60857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Chat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526694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52212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OData Connect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1920240"/>
            <a:ext cx="3566160" cy="448056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06240" y="1920240"/>
            <a:ext cx="35661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07408" y="263347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0857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Forecast (24h Prognose)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07408" y="32918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0857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Datenanalyse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07408" y="39502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0857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Mitarbeiter-Performance Tracking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07408" y="4608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0857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Schichtplanung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955280" y="1920240"/>
            <a:ext cx="3566160" cy="448056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955280" y="1920240"/>
            <a:ext cx="35661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56448" y="26334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5761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Rückschreiben (WO-Erstellung)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156448" y="32918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5761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Multi-Lager Support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156448" y="39502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5761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für Picker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156448" y="460857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5761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ZUSAMMENARBEIT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gemeinsam Mehrwert schaffen?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offen für verschiedene Formen der Zusammenarbeit – je nachdem was für euch und eure Kunden am meisten Sinn macht.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069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Gemeinsame Kundenprojekte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Naheliegendste Option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bringt EWM-Projekterfahrung ein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07822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liefert den KI-Layer dazu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470001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stärker als alleine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nach Aufwand / Expertise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06240" y="2377440"/>
            <a:ext cx="3566160" cy="406908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Produktintegration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strategisch passt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8912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34564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0857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als Add-on in euer Portfolio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407408" y="407822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857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 an euer Branding möglich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407408" y="47000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0857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kennt eure Kunden – ich die Technik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407408" y="53218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0857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Weiterentwicklung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55280" y="2377440"/>
            <a:ext cx="3566160" cy="406908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Einfach erstmal reden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unkomplizierteste Einstieg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3816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56448" y="345643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5761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Kunden wo das passt?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156448" y="407822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5761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laufen eure EWM-Projekte?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156448" y="470001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5761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 euren Kunden heute?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156448" y="53218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5761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Commitment nötig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"/>
            <a:ext cx="3328416" cy="1090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19317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Schlage ich für heute vor?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2331720"/>
            <a:ext cx="54864" cy="1188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40487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89888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Kunden-Use-Case identifizieren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89888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aktuell ein EWM-Projekt oder einen Kunden der mit langen Wegezeiten oder schlechter ETA kämpft? Den schauen wir uns gemeinsam an.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3657600"/>
            <a:ext cx="54864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73075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89888" y="3749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nächste Idee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89888" y="4160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schauen gemeinsam wo WestLogiX bei euren Kunden passt. Gibt es ein Projekt wo der Ansatz sofort Sinn macht? Das klären wir heute.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9834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498348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05663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89888" y="5074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der Zusammenarbeit besprechen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89888" y="5486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Vertragsdruck heute. Erstmal schauen was für alle Seiten Sinn macht und was wirklich funktioniert.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630936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3825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West  ·  WestLogiX  ·  kevin@westlogix.de  ·  linkedin.com/in/kevinwest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Breitbild</PresentationFormat>
  <Paragraphs>173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WestLogiX – Smart Pick Engine</dc:title>
  <dc:subject>PptxGenJS Presentation</dc:subject>
  <dc:creator>PptxGenJS</dc:creator>
  <cp:lastModifiedBy>Kevin West</cp:lastModifiedBy>
  <cp:revision>2</cp:revision>
  <dcterms:created xsi:type="dcterms:W3CDTF">2026-05-06T05:05:26Z</dcterms:created>
  <dcterms:modified xsi:type="dcterms:W3CDTF">2026-05-06T05:11:16Z</dcterms:modified>
</cp:coreProperties>
</file>